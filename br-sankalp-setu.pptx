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9" r:id="rId5"/>
    <p:sldId id="275" r:id="rId6"/>
    <p:sldId id="274" r:id="rId7"/>
    <p:sldId id="273" r:id="rId8"/>
    <p:sldId id="265" r:id="rId9"/>
    <p:sldId id="284" r:id="rId10"/>
    <p:sldId id="282" r:id="rId11"/>
    <p:sldId id="276" r:id="rId12"/>
    <p:sldId id="261" r:id="rId13"/>
    <p:sldId id="264" r:id="rId14"/>
    <p:sldId id="268" r:id="rId15"/>
    <p:sldId id="260" r:id="rId16"/>
    <p:sldId id="270" r:id="rId17"/>
    <p:sldId id="266" r:id="rId18"/>
    <p:sldId id="271" r:id="rId19"/>
    <p:sldId id="272" r:id="rId20"/>
    <p:sldId id="267" r:id="rId21"/>
    <p:sldId id="262" r:id="rId22"/>
    <p:sldId id="263" r:id="rId23"/>
    <p:sldId id="281" r:id="rId24"/>
    <p:sldId id="285" r:id="rId25"/>
    <p:sldId id="286" r:id="rId26"/>
    <p:sldId id="277" r:id="rId27"/>
    <p:sldId id="278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4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lshan Shah" userId="760e3c7744037c91" providerId="LiveId" clId="{0FE87763-D6A2-497E-A05E-30042D4C5425}"/>
    <pc:docChg chg="undo custSel modSld">
      <pc:chgData name="Gulshan Shah" userId="760e3c7744037c91" providerId="LiveId" clId="{0FE87763-D6A2-497E-A05E-30042D4C5425}" dt="2026-05-26T05:58:04.738" v="5" actId="1076"/>
      <pc:docMkLst>
        <pc:docMk/>
      </pc:docMkLst>
      <pc:sldChg chg="modSp mod">
        <pc:chgData name="Gulshan Shah" userId="760e3c7744037c91" providerId="LiveId" clId="{0FE87763-D6A2-497E-A05E-30042D4C5425}" dt="2026-05-26T05:58:04.738" v="5" actId="1076"/>
        <pc:sldMkLst>
          <pc:docMk/>
          <pc:sldMk cId="1715169407" sldId="269"/>
        </pc:sldMkLst>
        <pc:spChg chg="mod">
          <ac:chgData name="Gulshan Shah" userId="760e3c7744037c91" providerId="LiveId" clId="{0FE87763-D6A2-497E-A05E-30042D4C5425}" dt="2026-05-26T05:58:04.738" v="5" actId="1076"/>
          <ac:spMkLst>
            <pc:docMk/>
            <pc:sldMk cId="1715169407" sldId="269"/>
            <ac:spMk id="6" creationId="{E235A062-24A3-BD6F-03C6-0BBD76CE3AA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4CE7-4E73-D77C-7E8F-2E982404C0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945D83-4C5A-2C35-92D0-5FF4E0915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F5898-5CBD-47C1-9481-2D9F2D9D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3F640-A507-DF60-B5A2-42A43630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AF3E7-5175-A71D-FDF2-3E26A0F2A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39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D2727-EE49-F442-EFD3-75AB4AB0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A017D-6935-07F5-E036-163DEDC3C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CED54-833A-4BB4-23C1-D9B9233C0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672FD-9A7D-B521-44A8-E6059BA91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B2572-F9C1-8E08-37EA-318289CD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57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35BBC-50F5-C06D-1BEC-D87352CE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28C7E-C0C4-3C7D-2652-5D5363906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86236-CA81-94D3-FC1B-6EFD69742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A96CD-3741-DC47-90F4-9BAEBBCD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7EBE2-D61A-F1F0-5C4C-0EA3EACF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46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6853-D207-CB89-D550-80896C47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E8447-3148-8C87-5179-8F29D8715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9097C-4681-3C46-2713-47F24715A1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E0396-F95A-C852-9F3F-5E3996BFB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EAAEA-B02A-020C-AC63-409CA68A3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71C04-F299-F637-2278-A18F55B42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8587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8112E-F87C-679B-F30E-B77F7C6EC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62A4F-9715-FD8A-DEC8-755363A00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91978-D9BB-AFF9-3DC4-791664101B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ABAC84-A0DC-C034-4B5E-027A70E27E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CF00AE-CF3E-9CAB-4F04-B2F1DBE03E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5BF38-5C18-BD9A-4E29-45AD1715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039BD-8F0C-376A-4BCA-A093905C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63DF7-34C4-A375-C641-B11B3A02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185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F760-7F69-C843-8E0C-676B701C9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02F988-88FA-A67A-B4B8-1F4C02453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C0442-8569-DCE9-C5C3-3E36EB61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D57CF-E4A7-49C5-28BE-78C08EAE1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117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0899B5-21F0-64C3-C934-8187984DD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09AF5-9EEA-4825-AFEE-429F13E1E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5AC85-2F92-9FD6-19ED-43A1E4F7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155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363DF-D250-51F2-29D2-0BFFDF91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3E0AB-A311-F236-E1C8-0CA6CA0F8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A673F-013A-9908-91CA-E9CF8CEAE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8B39CC-5FA3-FCFC-C6B0-9B4244F5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9BA43-6FE9-307B-BC83-86821B12F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7981A6-2F19-59E5-3FF0-791D0042C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43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364BD-D5B4-A3F8-B191-C9045B189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79BC8C-A74B-D121-FD0B-725FF892B7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6DB5F-48D2-055E-E7E3-3AFAAAC1D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2166F-14E0-FFF0-CD40-3EF72B32D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D27735-C0CA-6D23-BF32-5D29BA4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3C541-CA30-909E-6B07-ACE35EA89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493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0587E-CFB2-4940-8A6C-5607087CB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C682C-CDEC-9D6F-E801-B4E3C5679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91D2E-2D9D-AEA1-5075-8DF7E3FA1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52EC5-4CD0-C85A-D2CE-3BD899F6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1F849-A6EE-EEC8-49CA-173DFE9C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186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17635A-461A-6DBA-06A9-04228CACE4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93D60A-0061-2B32-988C-2526D7FF78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AC99A-48FC-CE0E-D0B6-5F008F96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C541E-34A2-D1D4-7D66-E570FB25B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0E5A5-405E-8670-640B-36C0E58B7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20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D8A2B0-BC6B-9377-3F6B-8FA9DAF61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6F756-68CD-BBE6-0209-A2F725C3B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F36F3-F606-1E64-C280-FF6B6ED03F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18F15-A38E-4103-8AC2-A64C8CDBF327}" type="datetimeFigureOut">
              <a:rPr lang="en-IN" smtClean="0"/>
              <a:t>26-05-2026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2E95C-99B4-331A-3AE9-D96CAADB9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59867-0179-C9E0-3F0E-BE4E57EFF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069E9-A17F-4A7E-B54C-1E460406E1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590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BD49EE-0B7F-9C89-C7E6-F9AD0A94F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338" y="9472"/>
            <a:ext cx="8193324" cy="68390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9E8FCB-D828-9527-F5D7-C1C8412BA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105" y="-109006"/>
            <a:ext cx="1912219" cy="15940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0C68FC-A42A-E0A7-D5DE-AC1A501470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700" y="0"/>
            <a:ext cx="3289300" cy="6848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8BDD0B-002D-B58E-3CDF-9628B05792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72"/>
            <a:ext cx="3289300" cy="684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0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DD054E-42D2-D33B-36ED-D2111866A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AAF518F4-278B-F375-C88C-294B5FFEEBE8}"/>
              </a:ext>
            </a:extLst>
          </p:cNvPr>
          <p:cNvSpPr/>
          <p:nvPr/>
        </p:nvSpPr>
        <p:spPr>
          <a:xfrm>
            <a:off x="0" y="2011680"/>
            <a:ext cx="12192000" cy="4846320"/>
          </a:xfrm>
          <a:prstGeom prst="triangle">
            <a:avLst>
              <a:gd name="adj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7DE360-E782-DF22-CC87-078CB70BEC94}"/>
              </a:ext>
            </a:extLst>
          </p:cNvPr>
          <p:cNvSpPr txBox="1"/>
          <p:nvPr/>
        </p:nvSpPr>
        <p:spPr>
          <a:xfrm>
            <a:off x="694944" y="330327"/>
            <a:ext cx="3438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Sankalp Setu</a:t>
            </a:r>
            <a:endParaRPr lang="en-IN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473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7AF74-523C-EE26-6FD5-87FB9B3C2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F5BAD5-F491-FEE1-7621-E293EE8D4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452923-B5E5-523F-9A7F-7624EE3648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235A062-24A3-BD6F-03C6-0BBD76CE3AA2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16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7AB36-7EAC-B60B-931C-38858203C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80CD0A-EBB2-FC4F-9398-97CD081E2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DDA368-E27A-C93E-02DC-3BF358B85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014" y="1378222"/>
            <a:ext cx="3471972" cy="34395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6946C7-E3E7-D61A-D4C8-61EA0931D2A0}"/>
              </a:ext>
            </a:extLst>
          </p:cNvPr>
          <p:cNvSpPr txBox="1"/>
          <p:nvPr/>
        </p:nvSpPr>
        <p:spPr>
          <a:xfrm>
            <a:off x="3771499" y="530381"/>
            <a:ext cx="46490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Scan QR and see details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72880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3739-657D-CC18-6F69-92D5B0E5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081AFE-E21F-660A-03FA-CDB721463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1A9AA1-464A-D826-BCD8-84AB89502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96AE16-0F47-92A3-56E3-6A8BD01BD574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2810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95C8-5E3E-BAA5-A6DA-FB5F85258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EB7A5E-F987-84B9-4FD4-8DA7F26C99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992F73-44D5-28E0-FAD1-E450801EE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4DC280-6194-800E-A064-B33DF173B296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247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901C-4C0E-CDC4-AFCE-1D06B04CE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810947-32CC-239D-DFBE-39AD90703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2D775D-F1F7-D71D-F8AA-53558BEAB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6C6BB8-77AB-3C6F-834B-0229FCD113F6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958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97AC1-F7CC-E51B-43A9-90B06F879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EEE99F-9246-33DF-CBEF-671A5C7C2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11635D-5BBB-4B8A-F089-BB81C4A0D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0A36B5-CC4D-CEE4-4331-9CD92CE08E50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089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E23BF-CA6A-A284-06CA-77A76FCF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6EE7E1-3EDA-E717-F6B3-F060E6E29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1026" name="Picture 2" descr="Laptop computer isolated on a white background with a blank screen ...">
            <a:extLst>
              <a:ext uri="{FF2B5EF4-FFF2-40B4-BE49-F238E27FC236}">
                <a16:creationId xmlns:a16="http://schemas.microsoft.com/office/drawing/2014/main" id="{42F0E361-5EA2-0FA6-DE3B-DDF456129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26" y="0"/>
            <a:ext cx="9139238" cy="685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E3538B9-7445-447E-1A40-70CB16B5365F}"/>
              </a:ext>
            </a:extLst>
          </p:cNvPr>
          <p:cNvSpPr/>
          <p:nvPr/>
        </p:nvSpPr>
        <p:spPr>
          <a:xfrm>
            <a:off x="2857500" y="1314450"/>
            <a:ext cx="6070600" cy="34607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38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04684-1B67-395D-CFA5-F593B6C8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20433-E86F-FF00-7803-3DDCA9616E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1026" name="Picture 2" descr="Laptop computer isolated on a white background with a blank screen ...">
            <a:extLst>
              <a:ext uri="{FF2B5EF4-FFF2-40B4-BE49-F238E27FC236}">
                <a16:creationId xmlns:a16="http://schemas.microsoft.com/office/drawing/2014/main" id="{73810A6E-121B-162D-8311-FD576A052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26" y="0"/>
            <a:ext cx="9139238" cy="685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A468EC6-44D5-52F4-6B75-A7FAB2500C62}"/>
              </a:ext>
            </a:extLst>
          </p:cNvPr>
          <p:cNvSpPr/>
          <p:nvPr/>
        </p:nvSpPr>
        <p:spPr>
          <a:xfrm>
            <a:off x="2857500" y="1314450"/>
            <a:ext cx="6070600" cy="346075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358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9FD5C-A44F-222E-001F-0008440E7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A24DD4-5980-90E3-6557-E32BD12C5F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A6A9FD9-4225-5FC9-22D9-AAC79C541CBC}"/>
              </a:ext>
            </a:extLst>
          </p:cNvPr>
          <p:cNvSpPr/>
          <p:nvPr/>
        </p:nvSpPr>
        <p:spPr>
          <a:xfrm>
            <a:off x="2493012" y="1982450"/>
            <a:ext cx="7082787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1" cap="none" spc="0" dirty="0" err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ThankYOU</a:t>
            </a:r>
            <a:r>
              <a:rPr lang="en-US" sz="88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694835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CF26E-C52B-D411-A4E6-1BC70046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C70773-BC44-AFAB-D181-CC7E09ED1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B0FCE1-F863-85E6-8291-0B10FBCE9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56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E04B3-3540-B480-664F-8AC339CFF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CB5181-595B-CCD0-630D-D3EF14F0D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34E8E9-2BF4-3C99-4D6C-1BB7DC5E9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96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C377D-1C3E-8129-7BA3-164E1771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1ED2DF-FBBE-F7E6-88EF-A5545EC8C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A93A6D-80FF-4F75-AA0D-22AEB665CE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8845ED-ADF6-DA03-ED4A-9FB8D746A257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58591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1B2F-96E9-2E22-C686-BB13CED00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ECE954-F120-73B7-1A8F-E6548F4E6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801C10-EB3A-9150-E866-AF42DC4A39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78" y="466363"/>
            <a:ext cx="9648522" cy="639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52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7D015-4C61-2ECC-BEF7-AC68EC09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6C2BB4-E1B2-1C89-B2D9-41945A633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054B7D-1354-76F8-98F9-EF0F877F43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1FBF2C-EE64-396E-6AF9-073AD053293F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861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1E019-E5E2-EB1B-F59B-4D37DDA1C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B6D7DD-A5F4-2B23-434E-0AEABCE82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294454-A9E4-1612-0A2A-14E27F0CA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9F9825-7280-77EF-B1B8-07A55E123117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9031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10D5C-4CF6-4E71-88E1-FCCCABD9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8FD618-EA14-12E6-8254-8563B941C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0E1A0C-BD0E-281E-8E18-6316B5306A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110DE4-0800-0889-94CC-C6DBFEC6E485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487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F9C50-13EC-DD14-598D-2274F226D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D79545-5843-1094-EAEC-7AB10DFF4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8608B1-FA07-CA77-1A4B-743998902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893F6D-D547-83E6-F7B8-2D8A2539EE1A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622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2F03F-EC48-5566-3ECD-D9B2A8C66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DA5DBB-8310-7F9D-7935-4F0E8880A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AB07668-6BCA-6C3D-EB10-9183E9168E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456" y="105878"/>
            <a:ext cx="10192694" cy="67521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E88D8F-73CA-48D5-6760-040BF37C46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21" y="664143"/>
            <a:ext cx="2309284" cy="508051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99E843-8DB0-F4CC-E8E7-BB32D5025FD3}"/>
              </a:ext>
            </a:extLst>
          </p:cNvPr>
          <p:cNvSpPr/>
          <p:nvPr/>
        </p:nvSpPr>
        <p:spPr>
          <a:xfrm>
            <a:off x="6776092" y="941917"/>
            <a:ext cx="2328334" cy="4894017"/>
          </a:xfrm>
          <a:custGeom>
            <a:avLst/>
            <a:gdLst>
              <a:gd name="connsiteX0" fmla="*/ 0 w 2309284"/>
              <a:gd name="connsiteY0" fmla="*/ 255060 h 4881603"/>
              <a:gd name="connsiteX1" fmla="*/ 255060 w 2309284"/>
              <a:gd name="connsiteY1" fmla="*/ 0 h 4881603"/>
              <a:gd name="connsiteX2" fmla="*/ 2054224 w 2309284"/>
              <a:gd name="connsiteY2" fmla="*/ 0 h 4881603"/>
              <a:gd name="connsiteX3" fmla="*/ 2309284 w 2309284"/>
              <a:gd name="connsiteY3" fmla="*/ 255060 h 4881603"/>
              <a:gd name="connsiteX4" fmla="*/ 2309284 w 2309284"/>
              <a:gd name="connsiteY4" fmla="*/ 4626543 h 4881603"/>
              <a:gd name="connsiteX5" fmla="*/ 2054224 w 2309284"/>
              <a:gd name="connsiteY5" fmla="*/ 4881603 h 4881603"/>
              <a:gd name="connsiteX6" fmla="*/ 255060 w 2309284"/>
              <a:gd name="connsiteY6" fmla="*/ 4881603 h 4881603"/>
              <a:gd name="connsiteX7" fmla="*/ 0 w 2309284"/>
              <a:gd name="connsiteY7" fmla="*/ 4626543 h 4881603"/>
              <a:gd name="connsiteX8" fmla="*/ 0 w 2309284"/>
              <a:gd name="connsiteY8" fmla="*/ 255060 h 4881603"/>
              <a:gd name="connsiteX0" fmla="*/ 0 w 2328334"/>
              <a:gd name="connsiteY0" fmla="*/ 255060 h 4881603"/>
              <a:gd name="connsiteX1" fmla="*/ 255060 w 2328334"/>
              <a:gd name="connsiteY1" fmla="*/ 0 h 4881603"/>
              <a:gd name="connsiteX2" fmla="*/ 2054224 w 2328334"/>
              <a:gd name="connsiteY2" fmla="*/ 0 h 4881603"/>
              <a:gd name="connsiteX3" fmla="*/ 2309284 w 2328334"/>
              <a:gd name="connsiteY3" fmla="*/ 255060 h 4881603"/>
              <a:gd name="connsiteX4" fmla="*/ 2328334 w 2328334"/>
              <a:gd name="connsiteY4" fmla="*/ 4626543 h 4881603"/>
              <a:gd name="connsiteX5" fmla="*/ 2054224 w 2328334"/>
              <a:gd name="connsiteY5" fmla="*/ 4881603 h 4881603"/>
              <a:gd name="connsiteX6" fmla="*/ 255060 w 2328334"/>
              <a:gd name="connsiteY6" fmla="*/ 4881603 h 4881603"/>
              <a:gd name="connsiteX7" fmla="*/ 0 w 2328334"/>
              <a:gd name="connsiteY7" fmla="*/ 4626543 h 4881603"/>
              <a:gd name="connsiteX8" fmla="*/ 0 w 2328334"/>
              <a:gd name="connsiteY8" fmla="*/ 255060 h 4881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28334" h="4881603">
                <a:moveTo>
                  <a:pt x="0" y="255060"/>
                </a:moveTo>
                <a:cubicBezTo>
                  <a:pt x="0" y="114194"/>
                  <a:pt x="114194" y="0"/>
                  <a:pt x="255060" y="0"/>
                </a:cubicBezTo>
                <a:lnTo>
                  <a:pt x="2054224" y="0"/>
                </a:lnTo>
                <a:cubicBezTo>
                  <a:pt x="2195090" y="0"/>
                  <a:pt x="2309284" y="114194"/>
                  <a:pt x="2309284" y="255060"/>
                </a:cubicBezTo>
                <a:cubicBezTo>
                  <a:pt x="2309284" y="1712221"/>
                  <a:pt x="2328334" y="3169382"/>
                  <a:pt x="2328334" y="4626543"/>
                </a:cubicBezTo>
                <a:cubicBezTo>
                  <a:pt x="2328334" y="4767409"/>
                  <a:pt x="2195090" y="4881603"/>
                  <a:pt x="2054224" y="4881603"/>
                </a:cubicBezTo>
                <a:lnTo>
                  <a:pt x="255060" y="4881603"/>
                </a:lnTo>
                <a:cubicBezTo>
                  <a:pt x="114194" y="4881603"/>
                  <a:pt x="0" y="4767409"/>
                  <a:pt x="0" y="4626543"/>
                </a:cubicBezTo>
                <a:lnTo>
                  <a:pt x="0" y="25506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8572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632D-93D9-45EB-89FF-8AD2D6FB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DE208E-FE3B-A465-6F36-C577857ED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93441B1-B78F-ADFE-FE8A-8D064E6DC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421" y="664143"/>
            <a:ext cx="2309284" cy="50805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C2C8AE6-8198-99CB-127A-8AAA193A4E08}"/>
              </a:ext>
            </a:extLst>
          </p:cNvPr>
          <p:cNvSpPr/>
          <p:nvPr/>
        </p:nvSpPr>
        <p:spPr>
          <a:xfrm>
            <a:off x="3664387" y="664143"/>
            <a:ext cx="2309284" cy="5080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9C3D24-B3B7-30DB-E188-BD9104FE61E7}"/>
              </a:ext>
            </a:extLst>
          </p:cNvPr>
          <p:cNvSpPr/>
          <p:nvPr/>
        </p:nvSpPr>
        <p:spPr>
          <a:xfrm>
            <a:off x="6356893" y="664143"/>
            <a:ext cx="2309284" cy="50805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5DEB5C-73C1-1053-9FD7-C2507DA3E8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247" y="142240"/>
            <a:ext cx="3086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107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DE18C-9961-00D2-D0E2-534708139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DDDE37-61C4-33D1-B62C-6E4A319C0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885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89D53-5DF1-F660-A23C-92A1E1836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FBED89-8AA3-D7FB-9B88-6D04ED472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1026" name="Picture 2" descr="Laptop computer isolated on a white background with a blank screen ...">
            <a:extLst>
              <a:ext uri="{FF2B5EF4-FFF2-40B4-BE49-F238E27FC236}">
                <a16:creationId xmlns:a16="http://schemas.microsoft.com/office/drawing/2014/main" id="{060B41DA-97A7-56D5-036B-2D13108DD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908" y="0"/>
            <a:ext cx="913933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229C724-E9F9-078C-1A6E-B5B17E12E4CA}"/>
              </a:ext>
            </a:extLst>
          </p:cNvPr>
          <p:cNvSpPr/>
          <p:nvPr/>
        </p:nvSpPr>
        <p:spPr>
          <a:xfrm>
            <a:off x="2293758" y="1316898"/>
            <a:ext cx="6037865" cy="3447608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420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19B8-DC14-A38A-853D-D4E5F51A4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E7C92A-E061-C856-DEF0-36BE2C19A9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1026" name="Picture 2" descr="Laptop computer isolated on a white background with a blank screen ...">
            <a:extLst>
              <a:ext uri="{FF2B5EF4-FFF2-40B4-BE49-F238E27FC236}">
                <a16:creationId xmlns:a16="http://schemas.microsoft.com/office/drawing/2014/main" id="{936B96CE-03F5-E59F-7CB2-733BF1451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26" y="0"/>
            <a:ext cx="9139238" cy="685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C04C1D-2BB1-6950-0736-45B7FB457F3D}"/>
              </a:ext>
            </a:extLst>
          </p:cNvPr>
          <p:cNvSpPr/>
          <p:nvPr/>
        </p:nvSpPr>
        <p:spPr>
          <a:xfrm>
            <a:off x="2857500" y="1314450"/>
            <a:ext cx="6070600" cy="3460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9947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B819E-C416-4119-04B3-AD308A3A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8EEA32-FD0B-7F71-DE33-BE1E13ED3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  <p:pic>
        <p:nvPicPr>
          <p:cNvPr id="1026" name="Picture 2" descr="Laptop computer isolated on a white background with a blank screen ...">
            <a:extLst>
              <a:ext uri="{FF2B5EF4-FFF2-40B4-BE49-F238E27FC236}">
                <a16:creationId xmlns:a16="http://schemas.microsoft.com/office/drawing/2014/main" id="{FF738779-8BE7-8954-A073-EE480352B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26" y="0"/>
            <a:ext cx="9139238" cy="6857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7C9BFE-0E8C-4DC9-7851-4B80778C1BD4}"/>
              </a:ext>
            </a:extLst>
          </p:cNvPr>
          <p:cNvSpPr/>
          <p:nvPr/>
        </p:nvSpPr>
        <p:spPr>
          <a:xfrm>
            <a:off x="2857500" y="1314450"/>
            <a:ext cx="6070600" cy="3460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463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785FB-F1BE-4174-E5BF-881D718E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E8A608-7787-833C-57E1-93FB1DCA2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353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4105C-ECEE-4ED5-0CB2-8B9765211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62A8CF-BFC4-85EB-AA95-13A3DD0EC2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996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F89E3-8E13-E4E6-F16C-ED1FB5D88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FC3100-B088-9D54-9893-77C8375FD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4041" y="-109006"/>
            <a:ext cx="2309284" cy="192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834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9</Words>
  <Application>Microsoft Office PowerPoint</Application>
  <PresentationFormat>Widescreen</PresentationFormat>
  <Paragraphs>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 Narrow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Gulshan Shah</dc:creator>
  <cp:lastModifiedBy>Gulshan Shah</cp:lastModifiedBy>
  <cp:revision>1</cp:revision>
  <dcterms:created xsi:type="dcterms:W3CDTF">2024-11-19T16:30:12Z</dcterms:created>
  <dcterms:modified xsi:type="dcterms:W3CDTF">2026-05-26T05:58:14Z</dcterms:modified>
</cp:coreProperties>
</file>